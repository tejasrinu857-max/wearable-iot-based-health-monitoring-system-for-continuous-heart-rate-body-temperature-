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aleway" pitchFamily="2" charset="0"/>
      <p:regular r:id="rId13"/>
    </p:embeddedFont>
    <p:embeddedFont>
      <p:font typeface="Raleway Light" pitchFamily="2" charset="0"/>
      <p:regular r:id="rId14"/>
    </p:embeddedFont>
    <p:embeddedFont>
      <p:font typeface="Roboto" panose="02000000000000000000" pitchFamily="2" charset="0"/>
      <p:regular r:id="rId15"/>
    </p:embeddedFont>
    <p:embeddedFont>
      <p:font typeface="Roboto Bold" panose="02000000000000000000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6248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46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Wearable IoT-Based Health Monitoring System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133277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Heart Rate, Body Temperature, and Health Status Tracking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2415" y="1639788"/>
            <a:ext cx="5470785" cy="4667746"/>
          </a:xfrm>
          <a:prstGeom prst="roundRect">
            <a:avLst>
              <a:gd name="adj" fmla="val 2551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1805087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07710" y="2228850"/>
            <a:ext cx="514019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wearable IoT-based healthcare monitoring solution designed for continuous, real-time physiological tracking and centralized health status management.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3904" y="1825823"/>
            <a:ext cx="5232666" cy="13216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64446" y="2010172"/>
            <a:ext cx="478778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Tracking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64446" y="2433935"/>
            <a:ext cx="47877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Heart rate, body temperature, and other health parameters monitored without interruption.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3904" y="3312815"/>
            <a:ext cx="5232666" cy="13216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64446" y="3497163"/>
            <a:ext cx="478778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Platform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64446" y="3920927"/>
            <a:ext cx="47877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 information delivered through a centralized monitoring platform accessible to caregivers.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3904" y="4799806"/>
            <a:ext cx="5232666" cy="13216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64446" y="4984155"/>
            <a:ext cx="478778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Remote Intervention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564446" y="5407918"/>
            <a:ext cx="47877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continuous remote health monitoring and timely healthcare intervention.</a:t>
            </a:r>
            <a:endParaRPr lang="en-US" sz="13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3E9862-D9A4-8F5C-19D2-4B538239500E}"/>
              </a:ext>
            </a:extLst>
          </p:cNvPr>
          <p:cNvSpPr txBox="1"/>
          <p:nvPr/>
        </p:nvSpPr>
        <p:spPr>
          <a:xfrm>
            <a:off x="9544970" y="6218481"/>
            <a:ext cx="26379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/>
              <a:t>CHELLUBOINA TEJA SRINU</a:t>
            </a:r>
            <a:br>
              <a:rPr lang="en-IN"/>
            </a:br>
            <a:r>
              <a:rPr lang="en-IN"/>
              <a:t>323129520044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360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11027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health monitoring is critical for early detection of medical conditions and timely healthcare intervention — yet current practice falls short.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347714"/>
            <a:ext cx="2533686" cy="2354759"/>
          </a:xfrm>
          <a:prstGeom prst="roundRect">
            <a:avLst>
              <a:gd name="adj" fmla="val 295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3119" y="2519363"/>
            <a:ext cx="21903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Periodic Checkups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3119" y="2943126"/>
            <a:ext cx="219039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health monitoring relies on scheduled medical visits and manual measurements, creating significant gaps in observation.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60455" y="2347714"/>
            <a:ext cx="2533686" cy="2354759"/>
          </a:xfrm>
          <a:prstGeom prst="roundRect">
            <a:avLst>
              <a:gd name="adj" fmla="val 295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32099" y="2519363"/>
            <a:ext cx="219039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Missed Sudden Changes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32099" y="3201591"/>
            <a:ext cx="2190398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Intermittent monitoring makes it difficult to identify rapid or unexpected shifts in a patient's health status before they escalate.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3904" y="2347714"/>
            <a:ext cx="2533686" cy="2613223"/>
          </a:xfrm>
          <a:prstGeom prst="roundRect">
            <a:avLst>
              <a:gd name="adj" fmla="val 27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5548" y="2519363"/>
            <a:ext cx="219039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Vulnerable Populations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75548" y="3201591"/>
            <a:ext cx="219039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Patients, elderly individuals, and their healthcare providers require intelligent wearable systems capable of continuous, uninterrupted monitoring.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2884" y="2347714"/>
            <a:ext cx="2533686" cy="2613223"/>
          </a:xfrm>
          <a:prstGeom prst="roundRect">
            <a:avLst>
              <a:gd name="adj" fmla="val 27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74528" y="2519363"/>
            <a:ext cx="21903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Information Gap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74528" y="2943126"/>
            <a:ext cx="2190398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real-time health data, caregivers and clinicians lack the situational awareness needed to act promptly on deteriorating conditions.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1475" y="5333008"/>
            <a:ext cx="10868745" cy="661293"/>
          </a:xfrm>
          <a:prstGeom prst="roundRect">
            <a:avLst>
              <a:gd name="adj" fmla="val 10504"/>
            </a:avLst>
          </a:prstGeom>
          <a:solidFill>
            <a:srgbClr val="FCF2B5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572720"/>
            <a:ext cx="206667" cy="16529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98731" y="5539581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Periodic monitoring cannot substitute for continuous vital-sign surveillance in high-risk or elderly patient populations.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864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Proposed Solution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616075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Wearable IoT-Based Health Monitoring System addresses the limitations of periodic checkups through an integrated, always-on physiological data pipeline.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31343"/>
            <a:ext cx="5434373" cy="6614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6769" y="3158133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Wearable Sensors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6769" y="3515816"/>
            <a:ext cx="510378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Continuously collect heart rate, body temperature, and additional physiological parameters from the patient.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2331343"/>
            <a:ext cx="5434373" cy="6614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1142" y="3158133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 Transmission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261142" y="3515816"/>
            <a:ext cx="510378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 communication modules securely transmit collected health data to a centralized monitoring platform in real time.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210348"/>
            <a:ext cx="5434373" cy="6614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6769" y="5037138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Centralized Platform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26769" y="5394821"/>
            <a:ext cx="510378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secure, user-friendly interface displays live health information and triggers automated alerts on abnormal conditions.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4210348"/>
            <a:ext cx="5434373" cy="6614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61142" y="5037138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Remote Care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261142" y="5394821"/>
            <a:ext cx="510378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Caregivers and healthcare professionals monitor patients remotely, enabling timely intervention without physical presence.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6307"/>
            <a:ext cx="10868745" cy="444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Objectives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144687"/>
            <a:ext cx="11478330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is designed around ten clearly defined objectives spanning data acquisition, transmission, analysis, alerting, and patient outcomes.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1630759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4754" y="1657350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03384" y="1679575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 Heart Rate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03384" y="2023765"/>
            <a:ext cx="4819133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Continuously measure and record the user's heart rate without interruption.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1475" y="2479477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4754" y="2506067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03384" y="2528292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 Body Temperature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03384" y="2872482"/>
            <a:ext cx="4819133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Continuously measure and record body temperature as a key physiological indicator.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1475" y="3539629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4754" y="3566220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03384" y="3588445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Track Additional Parameters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03384" y="3932634"/>
            <a:ext cx="4819133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 other relevant health parameters through wearable sensor integration.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1475" y="4599781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4754" y="4626372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03384" y="4648597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Collect Physiological Data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03384" y="4992787"/>
            <a:ext cx="4819133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Acquire accurate, continuous data using wearable sensor hardware.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1475" y="5448498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4754" y="5475089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03384" y="5497314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Transmit in Real Time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03384" y="5841504"/>
            <a:ext cx="4819133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 health information to the monitoring platform with minimal latency.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75528" y="1630759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8807" y="1657350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6717437" y="1679575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Detect Abnormal Conditions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717437" y="2023765"/>
            <a:ext cx="4819133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incoming data to identify readings that fall outside normal health thresholds.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75528" y="2690912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8807" y="2717502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6717437" y="2739727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Automated Alerts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717437" y="3083917"/>
            <a:ext cx="4819133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Notify caregivers or healthcare professionals immediately upon detection of anomalies.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75528" y="3751064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8807" y="3777655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6717437" y="3799880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Enable Remote Monitoring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717437" y="4144070"/>
            <a:ext cx="4819133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continuous observation of patient health status from any location.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75528" y="4599781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8807" y="4626372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6717437" y="4648597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Support Timely Intervention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717437" y="4992787"/>
            <a:ext cx="4819133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the information infrastructure needed for prompt medical response.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75528" y="5448498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8807" y="5475089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6717437" y="5497314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Improve Patient Safety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717437" y="5841504"/>
            <a:ext cx="4819133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 overall health-status tracking and reduce risk through continuous awareness.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1154"/>
            <a:ext cx="10868745" cy="444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Wearable Sensors and System Components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189534"/>
            <a:ext cx="11478330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Seven integrated components form the complete hardware and software architecture of the monitoring system.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38288"/>
            <a:ext cx="355293" cy="3553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046188"/>
            <a:ext cx="535807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Heart Rate Sensors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61475" y="2341463"/>
            <a:ext cx="5358075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the user's heart rate continuously, providing a primary vital-sign data stream.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2145" y="1538288"/>
            <a:ext cx="355293" cy="3553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72145" y="2046188"/>
            <a:ext cx="535807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Temperature Sensors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172145" y="2341463"/>
            <a:ext cx="5358075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 body temperature as a continuous physiological indicator integrated into the wearable device.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008610"/>
            <a:ext cx="355293" cy="3553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3516511"/>
            <a:ext cx="535807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 Communication Modules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61475" y="3811786"/>
            <a:ext cx="5358075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Transmit collected health information from the wearable device to the centralized monitoring platform.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2145" y="3008610"/>
            <a:ext cx="355293" cy="35530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72145" y="3516511"/>
            <a:ext cx="535807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Cloud Connectivity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172145" y="3811786"/>
            <a:ext cx="5358075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real-time transmission and centralized access to health data from any authorized location.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478933"/>
            <a:ext cx="355293" cy="35530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1475" y="4986834"/>
            <a:ext cx="535807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Centralized Monitoring Platform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661475" y="5282109"/>
            <a:ext cx="5358075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Receives, stores, and monitors all incoming physiological information from connected wearable devices.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2145" y="4478933"/>
            <a:ext cx="355293" cy="35530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172145" y="4986834"/>
            <a:ext cx="535807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Dashboard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6172145" y="5282109"/>
            <a:ext cx="5358075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Displays live health parameters, historical trends, alert history, and current patient status in one interface.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661475" y="5842298"/>
            <a:ext cx="10868745" cy="514449"/>
          </a:xfrm>
          <a:prstGeom prst="roundRect">
            <a:avLst>
              <a:gd name="adj" fmla="val 11604"/>
            </a:avLst>
          </a:prstGeom>
          <a:solidFill>
            <a:srgbClr val="E1E1EA"/>
          </a:solidFill>
          <a:ln/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553" y="6021685"/>
            <a:ext cx="177597" cy="142081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123227" y="5999956"/>
            <a:ext cx="10874500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components operate in concert to deliver uninterrupted, end-to-end health monitoring from sensor to caregiver.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5775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Working Process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157288"/>
            <a:ext cx="1147833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operates through an eleven-step end-to-end pipeline — from sensor attachment to historical data retention — ensuring no gap in physiological surveillance.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495623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61475" y="1713706"/>
            <a:ext cx="354440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1821557"/>
            <a:ext cx="354440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Sensor Attachment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1475" y="2110184"/>
            <a:ext cx="3544402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Wearable sensors are attached to or integrated into the monitoring device on the patient.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23547" y="1495623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3547" y="1713706"/>
            <a:ext cx="354450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4323547" y="1821557"/>
            <a:ext cx="354450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Heart Rate Measurement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323547" y="2110184"/>
            <a:ext cx="354450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Heart rate sensors continuously measure and record the user's cardiac activity.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85719" y="1495623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85719" y="1713706"/>
            <a:ext cx="354450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7985719" y="1821557"/>
            <a:ext cx="354450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Temperature Measurement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985719" y="2110184"/>
            <a:ext cx="354450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Temperature sensors continuously measure body temperature in parallel with heart rate.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1475" y="2744192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1475" y="2962275"/>
            <a:ext cx="354440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3070126"/>
            <a:ext cx="354440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Additional Parameter Collection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1475" y="3358753"/>
            <a:ext cx="3544402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Other wearable sensors collect supplementary health parameters as configured.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23547" y="2744192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23547" y="2962275"/>
            <a:ext cx="354450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2" name="Text 20"/>
          <p:cNvSpPr/>
          <p:nvPr/>
        </p:nvSpPr>
        <p:spPr>
          <a:xfrm>
            <a:off x="4323547" y="3070126"/>
            <a:ext cx="354450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 Data Processing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323547" y="3358753"/>
            <a:ext cx="354450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collected physiological data is processed locally by the IoT system before transmission.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85719" y="2744192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06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85719" y="2962275"/>
            <a:ext cx="354450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6" name="Text 24"/>
          <p:cNvSpPr/>
          <p:nvPr/>
        </p:nvSpPr>
        <p:spPr>
          <a:xfrm>
            <a:off x="7985719" y="3070126"/>
            <a:ext cx="354450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Transmission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985719" y="3358753"/>
            <a:ext cx="354450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 communication modules transmit the processed data to the centralized monitoring platform.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1475" y="3992761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07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1475" y="4210844"/>
            <a:ext cx="354440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0" name="Text 28"/>
          <p:cNvSpPr/>
          <p:nvPr/>
        </p:nvSpPr>
        <p:spPr>
          <a:xfrm>
            <a:off x="661475" y="4318695"/>
            <a:ext cx="354440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Cloud Relay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61475" y="4607322"/>
            <a:ext cx="3544402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connectivity enables real-time transmission and centralized access to health data.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323547" y="3992761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08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23547" y="4210844"/>
            <a:ext cx="354450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4" name="Text 32"/>
          <p:cNvSpPr/>
          <p:nvPr/>
        </p:nvSpPr>
        <p:spPr>
          <a:xfrm>
            <a:off x="4323547" y="4318695"/>
            <a:ext cx="354450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Health Data Analysis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323547" y="4607322"/>
            <a:ext cx="354450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platform analyzes received health information against established normal thresholds.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985719" y="3992761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09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985719" y="4210844"/>
            <a:ext cx="354450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8" name="Text 36"/>
          <p:cNvSpPr/>
          <p:nvPr/>
        </p:nvSpPr>
        <p:spPr>
          <a:xfrm>
            <a:off x="7985719" y="4318695"/>
            <a:ext cx="354450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Anomaly Detection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985719" y="4607322"/>
            <a:ext cx="354450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abnormal health conditions are detected, the system automatically generates an alert.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61475" y="5241330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10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61475" y="5459413"/>
            <a:ext cx="537553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42" name="Text 40"/>
          <p:cNvSpPr/>
          <p:nvPr/>
        </p:nvSpPr>
        <p:spPr>
          <a:xfrm>
            <a:off x="661475" y="5567263"/>
            <a:ext cx="537553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Alert Dispatch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61475" y="5855891"/>
            <a:ext cx="5375537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Alerts are sent to caregivers or healthcare professionals for timely attention and intervention.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154683" y="5241330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11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54683" y="5459413"/>
            <a:ext cx="537553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46" name="Text 44"/>
          <p:cNvSpPr/>
          <p:nvPr/>
        </p:nvSpPr>
        <p:spPr>
          <a:xfrm>
            <a:off x="6154683" y="5567263"/>
            <a:ext cx="537553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Historical Retention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6154683" y="5855891"/>
            <a:ext cx="5375537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health information is maintained for historical monitoring, trend analysis, and clinical review.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769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Health Monitoring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268214"/>
            <a:ext cx="11478330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interactive dashboard serves as the primary interface for caregivers and healthcare professionals, consolidating all health data into a single, actionable view.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57298" y="1627684"/>
            <a:ext cx="5466221" cy="4667448"/>
          </a:xfrm>
          <a:prstGeom prst="roundRect">
            <a:avLst>
              <a:gd name="adj" fmla="val 2232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1955" y="1754287"/>
            <a:ext cx="517690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Information Displayed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906" y="2103636"/>
            <a:ext cx="2528328" cy="10419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4711" y="2122686"/>
            <a:ext cx="2326522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Live Heart Rate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84711" y="2475309"/>
            <a:ext cx="2326522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cardiac readings updated continuously from the wearable sensor.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0434" y="2103636"/>
            <a:ext cx="2528427" cy="10419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52240" y="2122686"/>
            <a:ext cx="2326621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Live Body Temperature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552240" y="2475309"/>
            <a:ext cx="2326621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body temperature displayed alongside normal range thresholds.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906" y="3360737"/>
            <a:ext cx="2528328" cy="10509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84711" y="3379787"/>
            <a:ext cx="232652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Additional Health Parameters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84711" y="3958431"/>
            <a:ext cx="2326522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Other monitored physiological values presented in a unified view.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0434" y="3360737"/>
            <a:ext cx="2528427" cy="10509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52240" y="3379787"/>
            <a:ext cx="2326621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Historical Trends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3552240" y="3732411"/>
            <a:ext cx="2326621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Time-series visualization of past health readings for pattern identification.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2906" y="4626769"/>
            <a:ext cx="5195956" cy="60781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84711" y="4645819"/>
            <a:ext cx="499415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Alert History &amp; Patient Status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884711" y="4998442"/>
            <a:ext cx="4994150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 of all generated alerts and the current overall health status of the patient.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6278703" y="1754287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 Capabilities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6278703" y="2122686"/>
            <a:ext cx="2565633" cy="1331317"/>
          </a:xfrm>
          <a:prstGeom prst="roundRect">
            <a:avLst>
              <a:gd name="adj" fmla="val 456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6442410" y="2286397"/>
            <a:ext cx="223822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Monitoring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6442410" y="2639020"/>
            <a:ext cx="2238220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uninterrupted observation of all health parameters without manual intervention.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970937" y="2122686"/>
            <a:ext cx="2565633" cy="1331317"/>
          </a:xfrm>
          <a:prstGeom prst="roundRect">
            <a:avLst>
              <a:gd name="adj" fmla="val 456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9134643" y="2286397"/>
            <a:ext cx="223822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Remote Observation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9134643" y="2639020"/>
            <a:ext cx="2238220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Caregivers can observe patient status from any authorized remote location.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278703" y="3580606"/>
            <a:ext cx="2565633" cy="1331317"/>
          </a:xfrm>
          <a:prstGeom prst="roundRect">
            <a:avLst>
              <a:gd name="adj" fmla="val 456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442410" y="3744317"/>
            <a:ext cx="223822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Change Identification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6442410" y="4096941"/>
            <a:ext cx="2238220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Facilitates rapid identification of shifts or deterioration in health parameters.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970937" y="3580606"/>
            <a:ext cx="2565633" cy="1331317"/>
          </a:xfrm>
          <a:prstGeom prst="roundRect">
            <a:avLst>
              <a:gd name="adj" fmla="val 456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9134643" y="3744317"/>
            <a:ext cx="223822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Historical Review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9134643" y="4096941"/>
            <a:ext cx="2238220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clinical review of historical health information for informed decision-making.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278703" y="5038527"/>
            <a:ext cx="5257867" cy="1114227"/>
          </a:xfrm>
          <a:prstGeom prst="roundRect">
            <a:avLst>
              <a:gd name="adj" fmla="val 545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442410" y="5202238"/>
            <a:ext cx="4930453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Timely Response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6442410" y="5554861"/>
            <a:ext cx="4930453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the real-time awareness needed to respond promptly to abnormal conditions.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0970"/>
            <a:ext cx="10868745" cy="39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Abnormal Condition Detection and Alerts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661475" y="1050528"/>
            <a:ext cx="11478330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alert mechanism forms the safety backbone of the system, translating continuous data analysis into actionable notifications for healthcare professionals.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435298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Alert Mechanism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42083"/>
            <a:ext cx="5279893" cy="22768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6753" y="3587174"/>
            <a:ext cx="1197832" cy="149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Caregiver Notification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16753" y="3060116"/>
            <a:ext cx="1197832" cy="149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Alerts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16753" y="2538380"/>
            <a:ext cx="1197832" cy="149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Anomaly Analysis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16753" y="2011321"/>
            <a:ext cx="1254396" cy="149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Monitoring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61475" y="4279999"/>
            <a:ext cx="2579325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Parameter Monitoring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1475" y="4574679"/>
            <a:ext cx="2579325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collected health parameters are monitored without interruption against defined thresholds.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361943" y="4279999"/>
            <a:ext cx="2579425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Alert Generation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361943" y="4574679"/>
            <a:ext cx="2579425" cy="715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an abnormal condition is detected, an alert is generated and dispatched immediately to caregivers or healthcare professionals.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61475" y="5635724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Alert History Retention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61475" y="5930404"/>
            <a:ext cx="5279893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alerts are logged and maintained for ongoing monitoring, clinical review, and audit purposes.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256677" y="1435298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Benefits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56677" y="1742083"/>
            <a:ext cx="2591430" cy="1096963"/>
          </a:xfrm>
          <a:prstGeom prst="roundRect">
            <a:avLst>
              <a:gd name="adj" fmla="val 484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89627" y="1875036"/>
            <a:ext cx="2325530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Improved Patient Safety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389627" y="2169716"/>
            <a:ext cx="2325530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alerting reduces the window between an adverse event and clinical response.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945041" y="1742083"/>
            <a:ext cx="2591529" cy="1096963"/>
          </a:xfrm>
          <a:prstGeom prst="roundRect">
            <a:avLst>
              <a:gd name="adj" fmla="val 484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077991" y="1875036"/>
            <a:ext cx="2325629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Early Detection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077991" y="2169716"/>
            <a:ext cx="2325629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identification of health problems before they escalate to critical conditions.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256677" y="2935982"/>
            <a:ext cx="2591430" cy="1096963"/>
          </a:xfrm>
          <a:prstGeom prst="roundRect">
            <a:avLst>
              <a:gd name="adj" fmla="val 484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89627" y="3068935"/>
            <a:ext cx="2325530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Reduced Manual Dependence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389627" y="3363615"/>
            <a:ext cx="2325530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Eliminates reliance on periodic manual measurements for detecting health deterioration.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945041" y="2935982"/>
            <a:ext cx="2591529" cy="1096963"/>
          </a:xfrm>
          <a:prstGeom prst="roundRect">
            <a:avLst>
              <a:gd name="adj" fmla="val 484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077991" y="3068935"/>
            <a:ext cx="2325629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Remote Healthcare Support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077991" y="3363615"/>
            <a:ext cx="2325629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delivery of healthcare services and oversight without requiring physical presence.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256677" y="4129881"/>
            <a:ext cx="5279893" cy="739378"/>
          </a:xfrm>
          <a:prstGeom prst="roundRect">
            <a:avLst>
              <a:gd name="adj" fmla="val 719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89627" y="4262834"/>
            <a:ext cx="50139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Faster Awareness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389627" y="4557514"/>
            <a:ext cx="5013993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Caregivers gain immediate awareness of abnormal health conditions as they occur.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48775" y="4127996"/>
            <a:ext cx="2604725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3" name="Shape 30"/>
          <p:cNvSpPr/>
          <p:nvPr/>
        </p:nvSpPr>
        <p:spPr>
          <a:xfrm>
            <a:off x="3349244" y="4127996"/>
            <a:ext cx="2604824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4" name="Shape 31"/>
          <p:cNvSpPr/>
          <p:nvPr/>
        </p:nvSpPr>
        <p:spPr>
          <a:xfrm>
            <a:off x="648775" y="5483721"/>
            <a:ext cx="5305292" cy="25400"/>
          </a:xfrm>
          <a:prstGeom prst="rect">
            <a:avLst/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4684"/>
            <a:ext cx="10868745" cy="411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Applications and Scope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158974"/>
            <a:ext cx="5273642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 Applications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1469827"/>
            <a:ext cx="5273642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is designed for deployment across a broad range of healthcare and wellness environments.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66714"/>
            <a:ext cx="329398" cy="3294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2136" y="1966714"/>
            <a:ext cx="481298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Hospitals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22136" y="2277566"/>
            <a:ext cx="4812981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inpatient monitoring without requiring dedicated nursing observation at all times.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866430"/>
            <a:ext cx="329398" cy="3294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22136" y="2866430"/>
            <a:ext cx="481298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Healthcare Centers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122136" y="3177282"/>
            <a:ext cx="4812981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Outpatient and clinic-based monitoring for patients with chronic or recurring conditions.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766145"/>
            <a:ext cx="329398" cy="32940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22136" y="3766145"/>
            <a:ext cx="481298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Elderly Care Facilities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122136" y="4076998"/>
            <a:ext cx="4812981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surveillance of elderly residents to detect health changes and prevent emergencies.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665861"/>
            <a:ext cx="329398" cy="32940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22136" y="4665861"/>
            <a:ext cx="481298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Fitness Applications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1122136" y="4976713"/>
            <a:ext cx="4812981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 parameter tracking for fitness and wellness use cases beyond clinical settings.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565577"/>
            <a:ext cx="329398" cy="32940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22136" y="5565577"/>
            <a:ext cx="481298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Remote Patient Monitoring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1122136" y="5876429"/>
            <a:ext cx="4812981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home-based and distributed patient monitoring systems for telehealth programs.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6168077" y="1054001"/>
            <a:ext cx="5463344" cy="5319316"/>
          </a:xfrm>
          <a:prstGeom prst="roundRect">
            <a:avLst>
              <a:gd name="adj" fmla="val 1784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21" name="Text 14"/>
          <p:cNvSpPr/>
          <p:nvPr/>
        </p:nvSpPr>
        <p:spPr>
          <a:xfrm>
            <a:off x="6299836" y="1158974"/>
            <a:ext cx="5199825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Scope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6299836" y="1469827"/>
            <a:ext cx="5199825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Wearable IoT-based monitoring supports continuous tracking of health parameters outside traditional periodic checkups, extending the reach of healthcare beyond clinical walls.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6299836" y="2156123"/>
            <a:ext cx="2547378" cy="1155303"/>
          </a:xfrm>
          <a:prstGeom prst="roundRect">
            <a:avLst>
              <a:gd name="adj" fmla="val 47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6437945" y="2294235"/>
            <a:ext cx="227116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Secure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437945" y="2605088"/>
            <a:ext cx="2271160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 data is transmitted and stored with security measures protecting patient privacy and data integrity.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8952185" y="2156123"/>
            <a:ext cx="2547477" cy="1155303"/>
          </a:xfrm>
          <a:prstGeom prst="roundRect">
            <a:avLst>
              <a:gd name="adj" fmla="val 47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9090294" y="2294235"/>
            <a:ext cx="2271259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Scalable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090294" y="2605088"/>
            <a:ext cx="2271259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architecture supports expansion to additional patients, sensors, and monitoring parameters as needed.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99836" y="3416399"/>
            <a:ext cx="2547378" cy="1155303"/>
          </a:xfrm>
          <a:prstGeom prst="roundRect">
            <a:avLst>
              <a:gd name="adj" fmla="val 47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6437945" y="3554512"/>
            <a:ext cx="227116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6437945" y="3865364"/>
            <a:ext cx="2271160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Designed for uninterrupted, always-on monitoring rather than episodic or scheduled measurement.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8952185" y="3416399"/>
            <a:ext cx="2547477" cy="1155303"/>
          </a:xfrm>
          <a:prstGeom prst="roundRect">
            <a:avLst>
              <a:gd name="adj" fmla="val 47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9090294" y="3554512"/>
            <a:ext cx="2271259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Remote-Ready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9090294" y="3865364"/>
            <a:ext cx="2271259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Fully suited for remote health-status tracking across geographically distributed patient populations.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8454"/>
            <a:ext cx="10868745" cy="411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110357"/>
            <a:ext cx="10868745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Wearable IoT-Based Health Monitoring System represents a modern, integrated approach to continuous health surveillance — bridging the gap between periodic clinical visits and real-time physiological awareness.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25315"/>
            <a:ext cx="2584286" cy="13701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8482" y="1876127"/>
            <a:ext cx="220647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Data Acquisition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88482" y="2186980"/>
            <a:ext cx="2206471" cy="75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Wearable sensors continuously collect heart rate, body temperature, and other physiological data without interruption.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0732" y="1725315"/>
            <a:ext cx="2584385" cy="13701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77739" y="1876127"/>
            <a:ext cx="220657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Transmission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3577739" y="2186980"/>
            <a:ext cx="2206570" cy="75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 communication and cloud connectivity enable real-time delivery of health information to the centralized platform.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200400"/>
            <a:ext cx="2584286" cy="13701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88482" y="3351213"/>
            <a:ext cx="220647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Centralized Monitoring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888482" y="3662065"/>
            <a:ext cx="2206471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monitoring platform provides live health parameters, historical trends, and a unified view of patient status.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0732" y="3200400"/>
            <a:ext cx="2584385" cy="13701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577739" y="3351213"/>
            <a:ext cx="220657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Alerting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3577739" y="3662065"/>
            <a:ext cx="2206570" cy="75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Abnormal health conditions trigger immediate automated alerts to caregivers and healthcare professionals.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675485"/>
            <a:ext cx="2584286" cy="157599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88482" y="4826298"/>
            <a:ext cx="220647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Remote Healthcare Enablement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888482" y="5343029"/>
            <a:ext cx="2206471" cy="75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supports continuous remote monitoring, timely medical intervention, and improved patient safety.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6168077" y="1607245"/>
            <a:ext cx="5463344" cy="4762302"/>
          </a:xfrm>
          <a:prstGeom prst="roundRect">
            <a:avLst>
              <a:gd name="adj" fmla="val 1993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20" name="Text 13"/>
          <p:cNvSpPr/>
          <p:nvPr/>
        </p:nvSpPr>
        <p:spPr>
          <a:xfrm>
            <a:off x="6299836" y="1712218"/>
            <a:ext cx="5199825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Outcomes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299836" y="2036167"/>
            <a:ext cx="2547378" cy="1155303"/>
          </a:xfrm>
          <a:prstGeom prst="roundRect">
            <a:avLst>
              <a:gd name="adj" fmla="val 47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437945" y="2174280"/>
            <a:ext cx="227116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Patient Safety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6437945" y="2485132"/>
            <a:ext cx="2271160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monitoring reduces the risk of undetected health deterioration.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8952185" y="2036167"/>
            <a:ext cx="2547477" cy="1155303"/>
          </a:xfrm>
          <a:prstGeom prst="roundRect">
            <a:avLst>
              <a:gd name="adj" fmla="val 47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9090294" y="2174280"/>
            <a:ext cx="2271259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Early Detection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9090294" y="2485132"/>
            <a:ext cx="2271259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identification of health problems before they reach critical severity.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6299836" y="3296444"/>
            <a:ext cx="5199825" cy="776486"/>
          </a:xfrm>
          <a:prstGeom prst="roundRect">
            <a:avLst>
              <a:gd name="adj" fmla="val 712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437945" y="3434556"/>
            <a:ext cx="4923607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Remote Healthcare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6437945" y="3745409"/>
            <a:ext cx="4923607" cy="189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Enhances the reach and effectiveness of remote healthcare services.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6497475" y="4285456"/>
            <a:ext cx="5002187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"Wearable IoT-based continuous monitoring enables timely health awareness, remote monitoring, and faster response to abnormal health conditions."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299836" y="4191000"/>
            <a:ext cx="19050" cy="567730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1542</Words>
  <Application>Microsoft Office PowerPoint</Application>
  <PresentationFormat>Widescreen</PresentationFormat>
  <Paragraphs>215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Roboto</vt:lpstr>
      <vt:lpstr>Raleway</vt:lpstr>
      <vt:lpstr>Raleway Light</vt:lpstr>
      <vt:lpstr>Roboto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4</cp:revision>
  <dcterms:created xsi:type="dcterms:W3CDTF">2026-08-19T06:56:49Z</dcterms:created>
  <dcterms:modified xsi:type="dcterms:W3CDTF">2026-10-02T16:54:53Z</dcterms:modified>
</cp:coreProperties>
</file>